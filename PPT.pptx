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SemiBold" panose="020B0604020202020204" charset="-78"/>
      <p:regular r:id="rId13"/>
    </p:embeddedFont>
    <p:embeddedFont>
      <p:font typeface="Sora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78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375370"/>
            <a:ext cx="6355993" cy="296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 Energy Metering and Real-Time Electricity Consumption Monitoring System Using IoT Technology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4615755"/>
            <a:ext cx="635599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IoT-based solution for continuously measuring, monitoring, and managing electricity consumption — delivering real-time insights to improve energy efficiency and reduce costs.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DBC52-199A-1A7C-08FD-3D7CEFA54010}"/>
              </a:ext>
            </a:extLst>
          </p:cNvPr>
          <p:cNvSpPr txBox="1"/>
          <p:nvPr/>
        </p:nvSpPr>
        <p:spPr>
          <a:xfrm>
            <a:off x="9096344" y="6211669"/>
            <a:ext cx="3095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BATCHALA SAI SASHANK</a:t>
            </a:r>
            <a:b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323129520037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661690"/>
            <a:ext cx="6355993" cy="57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203794" y="1660426"/>
            <a:ext cx="2964681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03794" y="2117527"/>
            <a:ext cx="2964681" cy="192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Efficient electricity management is critical for reducing energy costs and promoting sustainable energy usage. Yet most consumers and utility providers still rely on outdated metering infrastructure.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03794" y="4236145"/>
            <a:ext cx="2964681" cy="1769467"/>
          </a:xfrm>
          <a:prstGeom prst="roundRect">
            <a:avLst>
              <a:gd name="adj" fmla="val 4152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613" y="4493022"/>
            <a:ext cx="218573" cy="1748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72006" y="4432300"/>
            <a:ext cx="2221651" cy="1377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Traditional electricity meters provide limited information and do not allow users to monitor power usage in real time.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601455" y="1660426"/>
            <a:ext cx="2964681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Is Needed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01455" y="2117527"/>
            <a:ext cx="2964681" cy="2656582"/>
          </a:xfrm>
          <a:prstGeom prst="rect">
            <a:avLst/>
          </a:prstGeom>
          <a:noFill/>
          <a:ln/>
        </p:spPr>
        <p:txBody>
          <a:bodyPr wrap="square" lIns="0" tIns="69962" rIns="0" bIns="0" rtlCol="0" anchor="t">
            <a:normAutofit/>
          </a:bodyPr>
          <a:lstStyle/>
          <a:p>
            <a:pPr marL="274320" indent="-274320" algn="l">
              <a:lnSpc>
                <a:spcPct val="131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Intelligent systems for </a:t>
            </a: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continuous electricity monitoring</a:t>
            </a:r>
            <a:endParaRPr lang="en-US" sz="1350" dirty="0"/>
          </a:p>
          <a:p>
            <a:pPr marL="274320" indent="-274320" algn="l">
              <a:lnSpc>
                <a:spcPct val="131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Actionable insights for effective energy management</a:t>
            </a:r>
            <a:endParaRPr lang="en-US" sz="1350" dirty="0"/>
          </a:p>
          <a:p>
            <a:pPr marL="274320" indent="-274320" algn="l">
              <a:lnSpc>
                <a:spcPct val="131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Tools to identify consumption patterns</a:t>
            </a:r>
            <a:endParaRPr lang="en-US" sz="1350" dirty="0"/>
          </a:p>
          <a:p>
            <a:pPr marL="274320" indent="-274320" algn="l">
              <a:lnSpc>
                <a:spcPct val="131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Capability to optimize electricity usage proactively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577453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Proposed Solution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1442145"/>
            <a:ext cx="6355993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Smart Energy Metering and Real-Time Electricity Consumption Monitoring System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leverages IoT technology to continuously measure, collect, and transmit electricity consumption data to a central server.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03794" y="2800945"/>
            <a:ext cx="3087709" cy="1942405"/>
          </a:xfrm>
          <a:prstGeom prst="roundRect">
            <a:avLst>
              <a:gd name="adj" fmla="val 3904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90618" y="2987774"/>
            <a:ext cx="2714061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Measurement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390618" y="3689747"/>
            <a:ext cx="2714061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Electricity usage is measured and collected automatically without manual intervention.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71978" y="2800945"/>
            <a:ext cx="3087809" cy="1942405"/>
          </a:xfrm>
          <a:prstGeom prst="roundRect">
            <a:avLst>
              <a:gd name="adj" fmla="val 3904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8802" y="2987774"/>
            <a:ext cx="27141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Platform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58802" y="3392884"/>
            <a:ext cx="271416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All energy data is transmitted to and stored on a central server for unified monitoring.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03794" y="4923830"/>
            <a:ext cx="6355993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0618" y="5110659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User-Friendly Interface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90618" y="5515769"/>
            <a:ext cx="598234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Energy information is presented through a secure, intuitive interface for informed decision-making.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5664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31908" y="1824434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2480" y="184938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18574" y="188644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Monitor &amp; Measure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18574" y="236378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Continuously monitor electricity consumption and measure real-time power usage.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1908" y="3302695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480" y="332764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18574" y="336470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Collect &amp; Record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218574" y="384204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Automatically collect consumption data and maintain historical electricity records.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1908" y="4780955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480" y="480590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18574" y="484296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Inform &amp; Alert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218574" y="532030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Provide real-time energy information, estimated bills, and detect abnormal electricity usage.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22457" y="1824434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3029" y="184938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9123" y="188644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Analyze &amp; Report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909123" y="236378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 analytical reports to support data-driven energy management decisions.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22457" y="3302695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3029" y="332764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9123" y="336470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Optimize &amp; Reduce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909123" y="384204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Help users optimize energy utilization and reduce electricity and operational costs.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22457" y="4780955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3029" y="4805908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9123" y="4842966"/>
            <a:ext cx="465701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Promote Sustainability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6909123" y="5320308"/>
            <a:ext cx="465701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Promote efficient and sustainable power consumption practices.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8794"/>
            <a:ext cx="10927878" cy="547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Components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31908" y="1363166"/>
            <a:ext cx="1153746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These components work together to enable continuous, accurate electricity monitoring across the entire system.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791593"/>
            <a:ext cx="416014" cy="416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08" y="2399407"/>
            <a:ext cx="5367997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 Energy Meter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1908" y="2765028"/>
            <a:ext cx="5367997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Measures electricity consumption at the source.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690" y="1791593"/>
            <a:ext cx="416014" cy="416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1690" y="2399407"/>
            <a:ext cx="5368096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Current Sensors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191690" y="2765028"/>
            <a:ext cx="5368096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electrical current for consumption measurement.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327797"/>
            <a:ext cx="416014" cy="4160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1908" y="3935611"/>
            <a:ext cx="5367997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Voltage Sensors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31908" y="4301232"/>
            <a:ext cx="5367997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Monitor voltage information used for electricity monitoring.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1690" y="3327797"/>
            <a:ext cx="416014" cy="4160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1690" y="3935611"/>
            <a:ext cx="5368096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 Communication Modules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191690" y="4301232"/>
            <a:ext cx="5368096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Transmit electricity consumption data to the central system.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4864001"/>
            <a:ext cx="416014" cy="4160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1908" y="5471815"/>
            <a:ext cx="5367997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Cloud-Based Monitoring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631908" y="5837436"/>
            <a:ext cx="5367997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Stores and provides centralized access to collected energy data.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690" y="4864001"/>
            <a:ext cx="416014" cy="41602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91690" y="5471815"/>
            <a:ext cx="5368096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Interactive Dashboard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6191690" y="5837436"/>
            <a:ext cx="5368096" cy="51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Displays real-time energy info, historical data, alerts, and reports.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7636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Working Process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" y="1531342"/>
            <a:ext cx="10577843" cy="39693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53684" y="4528896"/>
            <a:ext cx="1595436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42998" y="4528896"/>
            <a:ext cx="1595436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Transmit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343239" y="4528896"/>
            <a:ext cx="1595436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Process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343480" y="4528896"/>
            <a:ext cx="1595436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Collect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00010" y="4528896"/>
            <a:ext cx="1595436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Measure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1908" y="5703788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operates as a seamless end-to-end pipeline — from physical measurement at the meter, through IoT transmission and cloud processing, to actionable insights displayed on the monitoring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92336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Monitoring Dashboard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908" y="2231430"/>
            <a:ext cx="2957736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the Dashboard Displays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1908" y="3005634"/>
            <a:ext cx="2957736" cy="2978944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Live power usage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electricity consumption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Energy consumption history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Estimated electricity bills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Abnormal usage alerts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Analytical reports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Energy monitoring information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36515" y="2231430"/>
            <a:ext cx="2957736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How It Helps Users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036515" y="2708771"/>
            <a:ext cx="2957736" cy="3493691"/>
          </a:xfrm>
          <a:prstGeom prst="rect">
            <a:avLst/>
          </a:prstGeom>
          <a:noFill/>
          <a:ln/>
        </p:spPr>
        <p:txBody>
          <a:bodyPr wrap="square" lIns="0" tIns="72219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Understand current electricity consumption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Review historical usage patterns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 abnormal energy usage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Estimate electricity costs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Make informed energy-management decisions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Optimize electricity utilization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87102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Benefits and Energy Management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742083"/>
            <a:ext cx="5373652" cy="1683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9380" y="1947962"/>
            <a:ext cx="48603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Visibility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39380" y="2353072"/>
            <a:ext cx="486030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Provides real-time visibility into electricity consumption, improving electricity management and helping users understand energy patterns.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035" y="1742083"/>
            <a:ext cx="5373752" cy="16836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3506" y="1947962"/>
            <a:ext cx="48604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Anomaly Detection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493506" y="2353072"/>
            <a:ext cx="486040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Enables identification of abnormal electricity usage, supporting better energy utilization and more proactive management.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606205"/>
            <a:ext cx="5373652" cy="16836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9380" y="3812084"/>
            <a:ext cx="48603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Cost Reduction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9380" y="4217194"/>
            <a:ext cx="486030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Helps reduce electricity and operational costs by providing actionable energy-consumption insights that drive smarter decisions.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035" y="3606205"/>
            <a:ext cx="5373752" cy="16836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93506" y="3812084"/>
            <a:ext cx="48604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Sustainability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493506" y="4217194"/>
            <a:ext cx="486040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Enhances energy efficiency and supports sustainable power consumption through continuous, data-driven monitoring.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31908" y="5492948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monitoring empowers users to make better, more informed decisions about their electricity usage — reducing waste and improving overall energy performance.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31813"/>
            <a:ext cx="10927878" cy="5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Applications and Scope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31908" y="1485205"/>
            <a:ext cx="5257470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Where the System Can Be Applied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31908" y="1942108"/>
            <a:ext cx="2549362" cy="1296095"/>
          </a:xfrm>
          <a:prstGeom prst="roundRect">
            <a:avLst>
              <a:gd name="adj" fmla="val 54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7521" y="2117725"/>
            <a:ext cx="507789" cy="507802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118" y="2257326"/>
            <a:ext cx="228495" cy="2285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7521" y="2784177"/>
            <a:ext cx="2198136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Residential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3339917" y="1942108"/>
            <a:ext cx="2549461" cy="1296095"/>
          </a:xfrm>
          <a:prstGeom prst="roundRect">
            <a:avLst>
              <a:gd name="adj" fmla="val 54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15530" y="2117725"/>
            <a:ext cx="507789" cy="507802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5127" y="2257326"/>
            <a:ext cx="228495" cy="2285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15530" y="2784177"/>
            <a:ext cx="2198236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Commercial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31908" y="3396853"/>
            <a:ext cx="2549362" cy="1296095"/>
          </a:xfrm>
          <a:prstGeom prst="roundRect">
            <a:avLst>
              <a:gd name="adj" fmla="val 54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7521" y="3572470"/>
            <a:ext cx="507789" cy="507802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118" y="3712071"/>
            <a:ext cx="228495" cy="2285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7521" y="4238923"/>
            <a:ext cx="2198136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Industrial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3339917" y="3396853"/>
            <a:ext cx="2549461" cy="1296095"/>
          </a:xfrm>
          <a:prstGeom prst="roundRect">
            <a:avLst>
              <a:gd name="adj" fmla="val 54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515530" y="3572470"/>
            <a:ext cx="507789" cy="507802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5127" y="3712071"/>
            <a:ext cx="228495" cy="2285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15530" y="4238923"/>
            <a:ext cx="2198236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Educational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631908" y="4851598"/>
            <a:ext cx="5257470" cy="1296095"/>
          </a:xfrm>
          <a:prstGeom prst="roundRect">
            <a:avLst>
              <a:gd name="adj" fmla="val 54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07521" y="5027216"/>
            <a:ext cx="507789" cy="507802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7118" y="5166816"/>
            <a:ext cx="228495" cy="22850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7521" y="5693668"/>
            <a:ext cx="4906244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 City</a:t>
            </a:r>
            <a:endParaRPr lang="en-US" sz="1750" dirty="0"/>
          </a:p>
        </p:txBody>
      </p:sp>
      <p:sp>
        <p:nvSpPr>
          <p:cNvPr id="24" name="Text 17"/>
          <p:cNvSpPr/>
          <p:nvPr/>
        </p:nvSpPr>
        <p:spPr>
          <a:xfrm>
            <a:off x="6308666" y="1485205"/>
            <a:ext cx="5257470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Scope</a:t>
            </a:r>
            <a:endParaRPr lang="en-US" sz="1750" dirty="0"/>
          </a:p>
        </p:txBody>
      </p:sp>
      <p:sp>
        <p:nvSpPr>
          <p:cNvPr id="25" name="Text 18"/>
          <p:cNvSpPr/>
          <p:nvPr/>
        </p:nvSpPr>
        <p:spPr>
          <a:xfrm>
            <a:off x="6308666" y="1922264"/>
            <a:ext cx="5257470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supports </a:t>
            </a: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continuous monitoring of electricity consumption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across different types of facilities. It is designed to be: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308666" y="2852043"/>
            <a:ext cx="5257470" cy="1795859"/>
          </a:xfrm>
          <a:prstGeom prst="rect">
            <a:avLst/>
          </a:prstGeom>
          <a:noFill/>
          <a:ln/>
        </p:spPr>
        <p:txBody>
          <a:bodyPr wrap="square" lIns="0" tIns="67705" rIns="0" bIns="0" rtlCol="0" anchor="t">
            <a:normAutofit/>
          </a:bodyPr>
          <a:lstStyle/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Secure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protecting energy data and user access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Scalable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adaptable to facilities of varying sizes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Centralized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suitable for unified energy monitoring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Analytical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useful for real-time consumption analysis</a:t>
            </a:r>
            <a:endParaRPr lang="en-US" sz="1300" dirty="0"/>
          </a:p>
          <a:p>
            <a:pPr marL="264160" indent="-264160" algn="l">
              <a:lnSpc>
                <a:spcPct val="1290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Practical</a:t>
            </a:r>
            <a:r>
              <a:rPr lang="en-US" sz="13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suitable for improving energy-management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496491"/>
            <a:ext cx="6355993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Conclusion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31908" y="1343422"/>
            <a:ext cx="6355993" cy="3581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Smart Energy Metering and Real-Time Electricity Consumption Monitoring System</a:t>
            </a: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provides an intelligent approach to electricity management. Smart energy meters, current sensors, and voltage sensors continuously collect electricity usage information. IoT communication modules transmit consumption data to a central server, while cloud-based monitoring enables centralized access to energy information.</a:t>
            </a:r>
            <a:endParaRPr lang="en-US" sz="13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Interactive dashboards provide live power usage, consumption history, estimated bills, abnormal usage alerts, and analytical reports — helping users optimize energy utilization, reduce costs, and improve efficiency across residential, commercial, industrial, educational, and smart-city environments.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98403" y="5318621"/>
            <a:ext cx="6089498" cy="84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"Real-time IoT-based energy monitoring enables smarter electricity management, improved energy efficiency, and more sustainable power consumption."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31908" y="5121870"/>
            <a:ext cx="19050" cy="1239738"/>
          </a:xfrm>
          <a:prstGeom prst="roundRect">
            <a:avLst>
              <a:gd name="adj" fmla="val 49999"/>
            </a:avLst>
          </a:prstGeom>
          <a:solidFill>
            <a:srgbClr val="1A2D7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769</Words>
  <Application>Microsoft Office PowerPoint</Application>
  <PresentationFormat>Widescreen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Alexandria SemiBold</vt:lpstr>
      <vt:lpstr>Sora Bold</vt:lpstr>
      <vt:lpstr>Sora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8</cp:revision>
  <dcterms:created xsi:type="dcterms:W3CDTF">2026-08-19T06:51:28Z</dcterms:created>
  <dcterms:modified xsi:type="dcterms:W3CDTF">2026-10-02T16:49:00Z</dcterms:modified>
</cp:coreProperties>
</file>